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1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08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E951B1-D587-4034-8D5C-8F3C82E8F0D9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D5E20F-0E46-4F91-B292-2AB5720F1E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87544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E951B1-D587-4034-8D5C-8F3C82E8F0D9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D5E20F-0E46-4F91-B292-2AB5720F1E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86025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E951B1-D587-4034-8D5C-8F3C82E8F0D9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D5E20F-0E46-4F91-B292-2AB5720F1E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99019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E951B1-D587-4034-8D5C-8F3C82E8F0D9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D5E20F-0E46-4F91-B292-2AB5720F1E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29042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E951B1-D587-4034-8D5C-8F3C82E8F0D9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D5E20F-0E46-4F91-B292-2AB5720F1E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1110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E951B1-D587-4034-8D5C-8F3C82E8F0D9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D5E20F-0E46-4F91-B292-2AB5720F1E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1432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E951B1-D587-4034-8D5C-8F3C82E8F0D9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D5E20F-0E46-4F91-B292-2AB5720F1E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35357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E951B1-D587-4034-8D5C-8F3C82E8F0D9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D5E20F-0E46-4F91-B292-2AB5720F1E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88789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E951B1-D587-4034-8D5C-8F3C82E8F0D9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D5E20F-0E46-4F91-B292-2AB5720F1E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47186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E951B1-D587-4034-8D5C-8F3C82E8F0D9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D5E20F-0E46-4F91-B292-2AB5720F1E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3888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E951B1-D587-4034-8D5C-8F3C82E8F0D9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D5E20F-0E46-4F91-B292-2AB5720F1E0F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053030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E951B1-D587-4034-8D5C-8F3C82E8F0D9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D5E20F-0E46-4F91-B292-2AB5720F1E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653239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E951B1-D587-4034-8D5C-8F3C82E8F0D9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D5E20F-0E46-4F91-B292-2AB5720F1E0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18729685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E951B1-D587-4034-8D5C-8F3C82E8F0D9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D5E20F-0E46-4F91-B292-2AB5720F1E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112696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E951B1-D587-4034-8D5C-8F3C82E8F0D9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D5E20F-0E46-4F91-B292-2AB5720F1E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6702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E951B1-D587-4034-8D5C-8F3C82E8F0D9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D5E20F-0E46-4F91-B292-2AB5720F1E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5425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E951B1-D587-4034-8D5C-8F3C82E8F0D9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B0D5E20F-0E46-4F91-B292-2AB5720F1E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06339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2" r:id="rId1"/>
    <p:sldLayoutId id="2147483713" r:id="rId2"/>
    <p:sldLayoutId id="2147483714" r:id="rId3"/>
    <p:sldLayoutId id="2147483715" r:id="rId4"/>
    <p:sldLayoutId id="2147483716" r:id="rId5"/>
    <p:sldLayoutId id="2147483717" r:id="rId6"/>
    <p:sldLayoutId id="2147483718" r:id="rId7"/>
    <p:sldLayoutId id="2147483719" r:id="rId8"/>
    <p:sldLayoutId id="2147483720" r:id="rId9"/>
    <p:sldLayoutId id="2147483721" r:id="rId10"/>
    <p:sldLayoutId id="2147483722" r:id="rId11"/>
    <p:sldLayoutId id="2147483723" r:id="rId12"/>
    <p:sldLayoutId id="2147483724" r:id="rId13"/>
    <p:sldLayoutId id="2147483725" r:id="rId14"/>
    <p:sldLayoutId id="2147483726" r:id="rId15"/>
    <p:sldLayoutId id="2147483727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44274" y="1859154"/>
            <a:ext cx="5173211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800" dirty="0" smtClean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Real Estate </a:t>
            </a:r>
            <a:r>
              <a:rPr lang="en-US" sz="48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Chennai</a:t>
            </a:r>
            <a:endParaRPr lang="en-US" sz="4800" dirty="0">
              <a:solidFill>
                <a:schemeClr val="accent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2727402" y="3087728"/>
            <a:ext cx="6096000" cy="33855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600" dirty="0"/>
              <a:t>Find Your Dream Home in Chennai's Finest Locations (2026)</a:t>
            </a:r>
            <a:endParaRPr lang="en-US" sz="1600" dirty="0">
              <a:effectLst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575553" y="5915106"/>
            <a:ext cx="134622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    By</a:t>
            </a:r>
          </a:p>
          <a:p>
            <a:r>
              <a:rPr lang="en-US" dirty="0" err="1" smtClean="0"/>
              <a:t>Kasthuri</a:t>
            </a:r>
            <a:endParaRPr lang="en-US" dirty="0">
              <a:effectLst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34668" y="-18107"/>
            <a:ext cx="557332" cy="512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19381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864450" y="609776"/>
            <a:ext cx="2749471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000" dirty="0" smtClean="0">
                <a:solidFill>
                  <a:schemeClr val="accent1"/>
                </a:solidFill>
              </a:rPr>
              <a:t>Home page</a:t>
            </a:r>
            <a:endParaRPr lang="en-US" sz="4000" dirty="0">
              <a:solidFill>
                <a:schemeClr val="accent1"/>
              </a:solidFill>
              <a:effectLst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764122" y="2357094"/>
            <a:ext cx="5849799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 smtClean="0"/>
              <a:t>Attractive hero banner with luxury house </a:t>
            </a:r>
          </a:p>
          <a:p>
            <a:r>
              <a:rPr lang="en-US" dirty="0" err="1" smtClean="0">
                <a:effectLst/>
              </a:rPr>
              <a:t>Image+overlay</a:t>
            </a:r>
            <a:r>
              <a:rPr lang="en-US" dirty="0" smtClean="0">
                <a:effectLst/>
              </a:rPr>
              <a:t> text</a:t>
            </a:r>
          </a:p>
          <a:p>
            <a:r>
              <a:rPr lang="en-US" dirty="0" smtClean="0"/>
              <a:t>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 err="1" smtClean="0">
                <a:effectLst/>
              </a:rPr>
              <a:t>Tagline;”Find</a:t>
            </a:r>
            <a:r>
              <a:rPr lang="en-US" dirty="0" smtClean="0">
                <a:effectLst/>
              </a:rPr>
              <a:t> Your Dream Home in Chennai”</a:t>
            </a:r>
          </a:p>
          <a:p>
            <a:pPr marL="742950" lvl="1" indent="-285750">
              <a:buFont typeface="Wingdings" panose="05000000000000000000" pitchFamily="2" charset="2"/>
              <a:buChar char="q"/>
            </a:pPr>
            <a:endParaRPr lang="en-US" dirty="0" smtClean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 smtClean="0">
                <a:effectLst/>
              </a:rPr>
              <a:t>Featured properties section (3 </a:t>
            </a:r>
            <a:r>
              <a:rPr lang="en-US" dirty="0" err="1" smtClean="0">
                <a:effectLst/>
              </a:rPr>
              <a:t>cards,hover</a:t>
            </a:r>
            <a:r>
              <a:rPr lang="en-US" dirty="0" smtClean="0">
                <a:effectLst/>
              </a:rPr>
              <a:t> effect)</a:t>
            </a:r>
          </a:p>
          <a:p>
            <a:endParaRPr lang="en-US" dirty="0" smtClean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 smtClean="0">
                <a:effectLst/>
              </a:rPr>
              <a:t>“see more </a:t>
            </a:r>
            <a:r>
              <a:rPr lang="en-US" dirty="0" err="1" smtClean="0">
                <a:effectLst/>
              </a:rPr>
              <a:t>properties”CTA</a:t>
            </a:r>
            <a:r>
              <a:rPr lang="en-US" dirty="0" smtClean="0">
                <a:effectLst/>
              </a:rPr>
              <a:t> button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 smtClean="0"/>
              <a:t>New content item 1:”contact </a:t>
            </a:r>
            <a:r>
              <a:rPr lang="en-US" dirty="0" err="1" smtClean="0"/>
              <a:t>us”button</a:t>
            </a:r>
            <a:r>
              <a:rPr lang="en-US" dirty="0" smtClean="0"/>
              <a:t> with</a:t>
            </a:r>
          </a:p>
          <a:p>
            <a:r>
              <a:rPr lang="en-US" dirty="0" smtClean="0">
                <a:effectLst/>
              </a:rPr>
              <a:t>    Phone icon</a:t>
            </a:r>
          </a:p>
          <a:p>
            <a:endParaRPr lang="en-US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 smtClean="0"/>
              <a:t>New content item 2:”download </a:t>
            </a:r>
            <a:r>
              <a:rPr lang="en-US" dirty="0" err="1" smtClean="0"/>
              <a:t>brochure”link</a:t>
            </a:r>
            <a:endParaRPr lang="en-US" dirty="0" smtClean="0"/>
          </a:p>
          <a:p>
            <a:r>
              <a:rPr lang="en-US" dirty="0" smtClean="0">
                <a:effectLst/>
              </a:rPr>
              <a:t>    With pdf icon</a:t>
            </a:r>
            <a:endParaRPr lang="en-US" dirty="0">
              <a:effectLst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83927" y="2284666"/>
            <a:ext cx="3612333" cy="3020664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34668" y="0"/>
            <a:ext cx="557332" cy="512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53287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794775" y="510188"/>
            <a:ext cx="4873450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000" dirty="0">
                <a:solidFill>
                  <a:schemeClr val="accent1"/>
                </a:solidFill>
              </a:rPr>
              <a:t>Properties Showcase</a:t>
            </a:r>
            <a:endParaRPr lang="en-US" sz="4000" dirty="0">
              <a:solidFill>
                <a:schemeClr val="accent1"/>
              </a:solidFill>
              <a:effectLst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983810" y="2204146"/>
            <a:ext cx="6096000" cy="2585323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3 premium properties displayed (2BHK, 3BHK, 4BHK</a:t>
            </a:r>
            <a:r>
              <a:rPr lang="en-US" dirty="0" smtClean="0"/>
              <a:t>)</a:t>
            </a:r>
          </a:p>
          <a:p>
            <a:endParaRPr lang="en-US" dirty="0" smtClean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Clean card: Image center, Title, Location, Price </a:t>
            </a:r>
          </a:p>
          <a:p>
            <a:r>
              <a:rPr lang="en-US" dirty="0"/>
              <a:t>  </a:t>
            </a:r>
            <a:endParaRPr lang="en-US" dirty="0" smtClean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 smtClean="0"/>
              <a:t>No </a:t>
            </a:r>
            <a:r>
              <a:rPr lang="en-US" dirty="0"/>
              <a:t>extra buttons – focused &amp; </a:t>
            </a:r>
            <a:r>
              <a:rPr lang="en-US" dirty="0" smtClean="0"/>
              <a:t>elegant</a:t>
            </a:r>
          </a:p>
          <a:p>
            <a:r>
              <a:rPr lang="en-US" dirty="0" smtClean="0"/>
              <a:t>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Hover zoom on images</a:t>
            </a:r>
          </a:p>
          <a:p>
            <a:endParaRPr lang="en-US" dirty="0" smtClean="0"/>
          </a:p>
          <a:p>
            <a:r>
              <a:rPr lang="en-US" dirty="0" smtClean="0"/>
              <a:t> </a:t>
            </a:r>
            <a:endParaRPr lang="en-US" dirty="0">
              <a:effectLst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0661" y="3186819"/>
            <a:ext cx="4255128" cy="239834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34668" y="-18107"/>
            <a:ext cx="557332" cy="512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25467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525917" y="256690"/>
            <a:ext cx="5009439" cy="22159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               </a:t>
            </a:r>
            <a:r>
              <a:rPr lang="en-US" sz="4000" dirty="0" smtClean="0">
                <a:solidFill>
                  <a:schemeClr val="accent1"/>
                </a:solidFill>
              </a:rPr>
              <a:t>Properties Page</a:t>
            </a:r>
          </a:p>
          <a:p>
            <a:r>
              <a:rPr lang="en-US" sz="4000" dirty="0" smtClean="0">
                <a:solidFill>
                  <a:schemeClr val="accent1"/>
                </a:solidFill>
              </a:rPr>
              <a:t>       search </a:t>
            </a:r>
            <a:r>
              <a:rPr lang="en-US" sz="4000" dirty="0">
                <a:solidFill>
                  <a:schemeClr val="accent1"/>
                </a:solidFill>
              </a:rPr>
              <a:t>&amp; Filter</a:t>
            </a:r>
          </a:p>
          <a:p>
            <a:r>
              <a:rPr lang="en-US" sz="4000" dirty="0" smtClean="0">
                <a:solidFill>
                  <a:schemeClr val="accent1"/>
                </a:solidFill>
              </a:rPr>
              <a:t>          </a:t>
            </a:r>
            <a:endParaRPr lang="en-US" sz="4000" dirty="0">
              <a:solidFill>
                <a:schemeClr val="accent1"/>
              </a:solidFill>
            </a:endParaRPr>
          </a:p>
          <a:p>
            <a:endParaRPr lang="en-US" dirty="0">
              <a:effectLst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155826" y="2472681"/>
            <a:ext cx="6096000" cy="2246769"/>
          </a:xfrm>
          <a:prstGeom prst="rect">
            <a:avLst/>
          </a:prstGeom>
        </p:spPr>
        <p:txBody>
          <a:bodyPr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filter: Location + BHK Type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Responsive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grid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with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high-quality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images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Card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design: Center image, title, location, price </a:t>
            </a:r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View Details" → opens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WhatsApp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enquiry modal</a:t>
            </a:r>
            <a:endParaRPr lang="en-US" sz="20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1333" y="2942376"/>
            <a:ext cx="3358836" cy="240904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34668" y="-9054"/>
            <a:ext cx="557332" cy="512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9069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761307" y="238584"/>
            <a:ext cx="5533361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000" dirty="0">
                <a:solidFill>
                  <a:schemeClr val="accent1"/>
                </a:solidFill>
              </a:rPr>
              <a:t>Property Details Modal</a:t>
            </a:r>
            <a:endParaRPr lang="en-US" sz="4000" dirty="0">
              <a:solidFill>
                <a:schemeClr val="accent1"/>
              </a:solidFill>
              <a:effectLst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820847" y="1971454"/>
            <a:ext cx="6096000" cy="2246769"/>
          </a:xfrm>
          <a:prstGeom prst="rect">
            <a:avLst/>
          </a:prstGeom>
        </p:spPr>
        <p:txBody>
          <a:bodyPr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Modal popup with large image &amp; full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details</a:t>
            </a:r>
          </a:p>
          <a:p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Location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BHK, Price,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Description</a:t>
            </a:r>
          </a:p>
          <a:p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Direct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"Message on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WhatsApp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 green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button</a:t>
            </a:r>
          </a:p>
          <a:p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Enquiry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auto-fills in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WhatsApp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chat</a:t>
            </a:r>
            <a:endParaRPr lang="en-US" sz="20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27987" y="3467866"/>
            <a:ext cx="3371569" cy="224487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34668" y="-18107"/>
            <a:ext cx="557332" cy="512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3600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898787" y="464921"/>
            <a:ext cx="1779654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0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License</a:t>
            </a:r>
            <a:endParaRPr lang="en-US" sz="4000" dirty="0">
              <a:solidFill>
                <a:schemeClr val="accent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13030" y="1823901"/>
            <a:ext cx="6096000" cy="2585323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RERA Registration details (TN number, validity) </a:t>
            </a:r>
            <a:endParaRPr lang="en-US" dirty="0" smtClean="0"/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 smtClean="0"/>
              <a:t>Company </a:t>
            </a:r>
            <a:r>
              <a:rPr lang="en-US" dirty="0"/>
              <a:t>GSTIN, CIN, PAN </a:t>
            </a:r>
            <a:endParaRPr lang="en-US" dirty="0" smtClean="0"/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dirty="0" smtClean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 smtClean="0"/>
              <a:t>View </a:t>
            </a:r>
            <a:r>
              <a:rPr lang="en-US" dirty="0"/>
              <a:t>PDF certificates </a:t>
            </a:r>
            <a:endParaRPr lang="en-US" dirty="0" smtClean="0"/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dirty="0" smtClean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 smtClean="0"/>
              <a:t>Terms </a:t>
            </a:r>
            <a:r>
              <a:rPr lang="en-US" dirty="0"/>
              <a:t>&amp; Conditions clearly listed </a:t>
            </a:r>
            <a:endParaRPr lang="en-US" dirty="0" smtClean="0"/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dirty="0" smtClean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 smtClean="0"/>
              <a:t>Hero </a:t>
            </a:r>
            <a:r>
              <a:rPr lang="en-US" dirty="0"/>
              <a:t>header with title "License &amp; Legal Documents"</a:t>
            </a:r>
            <a:endParaRPr lang="en-US" dirty="0">
              <a:effectLst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56769" y="3213980"/>
            <a:ext cx="3956363" cy="27432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34668" y="-18107"/>
            <a:ext cx="557332" cy="512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16043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998623" y="392493"/>
            <a:ext cx="2382383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0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Blog Page</a:t>
            </a:r>
            <a:endParaRPr lang="en-US" sz="4000" dirty="0">
              <a:solidFill>
                <a:schemeClr val="accent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666939" y="2448591"/>
            <a:ext cx="6096000" cy="2862322"/>
          </a:xfrm>
          <a:prstGeom prst="rect">
            <a:avLst/>
          </a:prstGeom>
        </p:spPr>
        <p:txBody>
          <a:bodyPr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000" dirty="0"/>
              <a:t>Latest Chennai 2026 market trends &amp; tips </a:t>
            </a:r>
            <a:endParaRPr lang="en-US" sz="2000" dirty="0" smtClean="0"/>
          </a:p>
          <a:p>
            <a:pPr marL="342900" indent="-342900">
              <a:buFont typeface="Wingdings" panose="05000000000000000000" pitchFamily="2" charset="2"/>
              <a:buChar char="q"/>
            </a:pPr>
            <a:endParaRPr lang="en-US" sz="2000" dirty="0" smtClean="0"/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000" dirty="0" smtClean="0"/>
              <a:t>Hero </a:t>
            </a:r>
            <a:r>
              <a:rPr lang="en-US" sz="2000" dirty="0"/>
              <a:t>header with house image + title "Real Estate </a:t>
            </a:r>
            <a:r>
              <a:rPr lang="en-US" sz="2000" dirty="0" smtClean="0"/>
              <a:t>Blog</a:t>
            </a:r>
          </a:p>
          <a:p>
            <a:r>
              <a:rPr lang="en-US" sz="2000" dirty="0" smtClean="0"/>
              <a:t>  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000" dirty="0" smtClean="0"/>
              <a:t>3 </a:t>
            </a:r>
            <a:r>
              <a:rPr lang="en-US" sz="2000" dirty="0"/>
              <a:t>featured blog cards with images &amp; "Read </a:t>
            </a:r>
            <a:r>
              <a:rPr lang="en-US" sz="2000" dirty="0" smtClean="0"/>
              <a:t>More“</a:t>
            </a:r>
          </a:p>
          <a:p>
            <a:r>
              <a:rPr lang="en-US" sz="2000" dirty="0" smtClean="0"/>
              <a:t>  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000" dirty="0" smtClean="0"/>
              <a:t>Expert </a:t>
            </a:r>
            <a:r>
              <a:rPr lang="en-US" sz="2000" dirty="0"/>
              <a:t>content for buyers &amp; investors</a:t>
            </a:r>
            <a:endParaRPr lang="en-US" sz="2000" dirty="0">
              <a:effectLst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34668" y="-18107"/>
            <a:ext cx="557332" cy="512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45421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223418" y="446813"/>
            <a:ext cx="3603872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0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Contact Us Page</a:t>
            </a:r>
            <a:endParaRPr lang="en-US" sz="4000" dirty="0">
              <a:solidFill>
                <a:schemeClr val="accent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76404" y="2176987"/>
            <a:ext cx="6096000" cy="2246769"/>
          </a:xfrm>
          <a:prstGeom prst="rect">
            <a:avLst/>
          </a:prstGeom>
        </p:spPr>
        <p:txBody>
          <a:bodyPr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000" dirty="0"/>
              <a:t>Hero header with quick </a:t>
            </a:r>
            <a:r>
              <a:rPr lang="en-US" sz="2000" dirty="0" smtClean="0"/>
              <a:t>links</a:t>
            </a:r>
          </a:p>
          <a:p>
            <a:r>
              <a:rPr lang="en-US" sz="2000" dirty="0" smtClean="0"/>
              <a:t>  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000" dirty="0" smtClean="0"/>
              <a:t>Enquiry </a:t>
            </a:r>
            <a:r>
              <a:rPr lang="en-US" sz="2000" dirty="0"/>
              <a:t>form → direct </a:t>
            </a:r>
            <a:r>
              <a:rPr lang="en-US" sz="2000" dirty="0" err="1"/>
              <a:t>WhatsApp</a:t>
            </a:r>
            <a:r>
              <a:rPr lang="en-US" sz="2000" dirty="0"/>
              <a:t> </a:t>
            </a:r>
            <a:r>
              <a:rPr lang="en-US" sz="2000" dirty="0" smtClean="0"/>
              <a:t>integration</a:t>
            </a:r>
          </a:p>
          <a:p>
            <a:r>
              <a:rPr lang="en-US" sz="2000" dirty="0" smtClean="0"/>
              <a:t>  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000" dirty="0" smtClean="0"/>
              <a:t>Office </a:t>
            </a:r>
            <a:r>
              <a:rPr lang="en-US" sz="2000" dirty="0"/>
              <a:t>address, phone, email, </a:t>
            </a:r>
            <a:r>
              <a:rPr lang="en-US" sz="2000" dirty="0" err="1"/>
              <a:t>WhatsApp</a:t>
            </a:r>
            <a:r>
              <a:rPr lang="en-US" sz="2000" dirty="0"/>
              <a:t> </a:t>
            </a:r>
            <a:r>
              <a:rPr lang="en-US" sz="2000" dirty="0" smtClean="0"/>
              <a:t>button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endParaRPr lang="en-US" sz="2000" dirty="0" smtClean="0"/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000" dirty="0" err="1" smtClean="0"/>
              <a:t>Glassmorphism</a:t>
            </a:r>
            <a:r>
              <a:rPr lang="en-US" sz="2000" dirty="0" smtClean="0"/>
              <a:t> </a:t>
            </a:r>
            <a:r>
              <a:rPr lang="en-US" sz="2000" dirty="0"/>
              <a:t>cards + modern gradient theme</a:t>
            </a:r>
            <a:endParaRPr lang="en-US" sz="2000" dirty="0">
              <a:effectLst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34668" y="-18107"/>
            <a:ext cx="557332" cy="512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91958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433442" y="428707"/>
            <a:ext cx="5388270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000" dirty="0">
                <a:solidFill>
                  <a:schemeClr val="accent1"/>
                </a:solidFill>
              </a:rPr>
              <a:t>Technology &amp; Features</a:t>
            </a:r>
            <a:endParaRPr lang="en-US" sz="4000" dirty="0">
              <a:solidFill>
                <a:schemeClr val="accent1"/>
              </a:solidFill>
              <a:effectLst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639778" y="2098202"/>
            <a:ext cx="6096000" cy="2585323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HTML5, CSS3, Bootstrap </a:t>
            </a:r>
            <a:r>
              <a:rPr lang="en-US" dirty="0" smtClean="0"/>
              <a:t>5</a:t>
            </a:r>
          </a:p>
          <a:p>
            <a:r>
              <a:rPr lang="en-US" dirty="0" smtClean="0"/>
              <a:t> 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 smtClean="0"/>
              <a:t>JavaScript </a:t>
            </a:r>
            <a:r>
              <a:rPr lang="en-US" dirty="0"/>
              <a:t>for filter, modal, </a:t>
            </a:r>
            <a:r>
              <a:rPr lang="en-US" dirty="0" err="1"/>
              <a:t>WhatsApp</a:t>
            </a:r>
            <a:r>
              <a:rPr lang="en-US" dirty="0"/>
              <a:t> </a:t>
            </a:r>
            <a:r>
              <a:rPr lang="en-US" dirty="0" smtClean="0"/>
              <a:t>API</a:t>
            </a:r>
          </a:p>
          <a:p>
            <a:r>
              <a:rPr lang="en-US" dirty="0" smtClean="0"/>
              <a:t> 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 smtClean="0"/>
              <a:t>Animate.css </a:t>
            </a:r>
            <a:r>
              <a:rPr lang="en-US" dirty="0"/>
              <a:t>for smooth animations </a:t>
            </a:r>
            <a:endParaRPr lang="en-US" dirty="0" smtClean="0"/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dirty="0" smtClean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 smtClean="0"/>
              <a:t>Font </a:t>
            </a:r>
            <a:r>
              <a:rPr lang="en-US" dirty="0"/>
              <a:t>Awesome </a:t>
            </a:r>
            <a:r>
              <a:rPr lang="en-US" dirty="0" smtClean="0"/>
              <a:t>icons</a:t>
            </a:r>
          </a:p>
          <a:p>
            <a:r>
              <a:rPr lang="en-US" dirty="0" smtClean="0"/>
              <a:t> 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 smtClean="0"/>
              <a:t>Fully </a:t>
            </a:r>
            <a:r>
              <a:rPr lang="en-US" dirty="0"/>
              <a:t>responsive &amp; mobile-first</a:t>
            </a:r>
            <a:endParaRPr lang="en-US" dirty="0">
              <a:effectLst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34668" y="-18107"/>
            <a:ext cx="557332" cy="512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49235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697501" y="329118"/>
            <a:ext cx="4987263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000" dirty="0">
                <a:solidFill>
                  <a:schemeClr val="accent1"/>
                </a:solidFill>
              </a:rPr>
              <a:t>Unique Selling Points</a:t>
            </a:r>
            <a:endParaRPr lang="en-US" sz="4000" dirty="0">
              <a:solidFill>
                <a:schemeClr val="accent1"/>
              </a:solidFill>
              <a:effectLst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757473" y="2222254"/>
            <a:ext cx="6096000" cy="3139321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Direct </a:t>
            </a:r>
            <a:r>
              <a:rPr lang="en-US" dirty="0" err="1"/>
              <a:t>WhatsApp</a:t>
            </a:r>
            <a:r>
              <a:rPr lang="en-US" dirty="0"/>
              <a:t> enquiry – fastest </a:t>
            </a:r>
            <a:r>
              <a:rPr lang="en-US" dirty="0" smtClean="0"/>
              <a:t>response</a:t>
            </a:r>
          </a:p>
          <a:p>
            <a:r>
              <a:rPr lang="en-US" dirty="0" smtClean="0"/>
              <a:t> 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 smtClean="0"/>
              <a:t>Full </a:t>
            </a:r>
            <a:r>
              <a:rPr lang="en-US" dirty="0"/>
              <a:t>legal transparency with License </a:t>
            </a:r>
            <a:r>
              <a:rPr lang="en-US" dirty="0" smtClean="0"/>
              <a:t>page</a:t>
            </a:r>
          </a:p>
          <a:p>
            <a:r>
              <a:rPr lang="en-US" dirty="0" smtClean="0"/>
              <a:t> 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 smtClean="0"/>
              <a:t>Uniform </a:t>
            </a:r>
            <a:r>
              <a:rPr lang="en-US" dirty="0"/>
              <a:t>hero header across all pages </a:t>
            </a:r>
            <a:endParaRPr lang="en-US" dirty="0" smtClean="0"/>
          </a:p>
          <a:p>
            <a:r>
              <a:rPr lang="en-US" dirty="0" smtClean="0"/>
              <a:t>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 smtClean="0"/>
              <a:t>Chennai </a:t>
            </a:r>
            <a:r>
              <a:rPr lang="en-US" dirty="0"/>
              <a:t>2026 focus (OMR, ECR, Anna Nagar boom</a:t>
            </a:r>
            <a:r>
              <a:rPr lang="en-US" dirty="0" smtClean="0"/>
              <a:t>)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dirty="0" smtClean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 smtClean="0"/>
              <a:t>Clean</a:t>
            </a:r>
            <a:r>
              <a:rPr lang="en-US" dirty="0"/>
              <a:t>, modern &amp; user-friendly </a:t>
            </a:r>
            <a:r>
              <a:rPr lang="en-US" dirty="0" smtClean="0"/>
              <a:t>design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dirty="0">
              <a:effectLst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 smtClean="0"/>
              <a:t>24/7 customer support helpline</a:t>
            </a:r>
            <a:endParaRPr lang="en-US" dirty="0">
              <a:effectLst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34668" y="-18107"/>
            <a:ext cx="557332" cy="512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48680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702867" y="2910318"/>
            <a:ext cx="4997512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000" dirty="0" smtClean="0">
                <a:solidFill>
                  <a:schemeClr val="accent1"/>
                </a:solidFill>
              </a:rPr>
              <a:t>Thank you</a:t>
            </a:r>
            <a:endParaRPr lang="en-US" sz="4000" dirty="0">
              <a:solidFill>
                <a:schemeClr val="accent1"/>
              </a:solidFill>
              <a:effectLst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34668" y="-18107"/>
            <a:ext cx="557332" cy="512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8745905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446</TotalTime>
  <Words>367</Words>
  <Application>Microsoft Office PowerPoint</Application>
  <PresentationFormat>Widescreen</PresentationFormat>
  <Paragraphs>96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Times New Roman</vt:lpstr>
      <vt:lpstr>Trebuchet MS</vt:lpstr>
      <vt:lpstr>Wingdings</vt:lpstr>
      <vt:lpstr>Wingdings 3</vt:lpstr>
      <vt:lpstr>Facet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RealEstate Chennai</dc:title>
  <dc:creator>WIN 10</dc:creator>
  <cp:lastModifiedBy>WIN 10</cp:lastModifiedBy>
  <cp:revision>41</cp:revision>
  <dcterms:created xsi:type="dcterms:W3CDTF">2026-02-16T07:05:12Z</dcterms:created>
  <dcterms:modified xsi:type="dcterms:W3CDTF">2026-02-18T07:20:21Z</dcterms:modified>
</cp:coreProperties>
</file>